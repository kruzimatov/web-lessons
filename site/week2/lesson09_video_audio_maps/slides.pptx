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9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YouTube, maps, video and sound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you put a YouTube video, a map, a video and a dinosaur roar on your page.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Which tag makes one row in a table?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&lt;td&gt;     B) &lt;tr&gt;     C) &lt;th&gt;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Which tag makes a bold title cell?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&lt;th&gt;     B) &lt;td&gt;     C) &lt;b&gt;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One cell 2 columns wide: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colspan="2"     B) rowspan="2"     C) width="2"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YouTube videos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An &lt;iframe&gt; is a window inside your page that shows another website. YouTube gives you one for every video.</a:t>
            </a:r>
          </a:p>
        </p:txBody>
      </p:sp>
      <p:pic>
        <p:nvPicPr>
          <p:cNvPr id="6" name="Picture 5" descr="embed_wind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489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iframe is a window to another website. video and audio play files.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YouTube videos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The very first YouTube video, from 2005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7289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&lt;iframe width="400" height="225" src="https://www.youtube.com/embed/jNQXAC9IVRw" title="The first YouTube video" allowfullscreen&gt;&lt;/iframe&gt;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YouTube videos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Meaning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src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video address. It has /embed/ in it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width,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size of the window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Says what is inside, for people who cannot see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allowfullscreen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Lets you watch it on the full screen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YouTube videos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1.  On YouTube, open a video and click Share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2.  Click Embed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3.  Click Copy and paste the code into your page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YouTube videos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iframe bu sahifa ichidagi oyna: unda boshqa sayt ko'rinadi.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798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tag shows a YouTube video on your page?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&lt;video&gt;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&lt;iframe&gt;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&lt;youtube&gt;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An iframe can show a Google map too. Put the name of a place after q=.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map of Tashkent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77819"/>
            <a:ext cx="11091672" cy="7289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&lt;iframe width="400" height="300" src="https://www.google.com/maps?q=Tashkent&amp;output=embed" title="Map of Tashkent"&gt;&lt;/iframe&gt;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q= dan keyin shahar nomini yozing: xarita o'sha joyni ko'rsatadi.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798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In the map address, where do you write the place?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After q=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After width=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In the title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Video and sound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For a video FILE (not YouTube) use &lt;video&gt;. For sound use &lt;audio&gt;. Add controls to get the play button.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video file with a play button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77819"/>
            <a:ext cx="11091672" cy="7289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&lt;video src="https://interactive-examples.mdn.mozilla.net/media/cc0-videos/flower.mp4" width="400" controls&gt;&lt;/video&gt;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Video and sound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T-Rex roar!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7289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&lt;audio src="https://interactive-examples.mdn.mozilla.net/media/cc0-audio/t-rex-roar.mp3" controls&gt;&lt;/audio&gt;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Video and sound files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Plays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Need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&lt;video&gt;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 video file (.mp4)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src, controls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&lt;audio&gt;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 sound file (.mp3)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src, controls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Video and sound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What gives you the play button?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play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controls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button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Copying the normal YouTube link. The iframe needs the /embed/ link from Share, Embed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controls: the video is there but you cannot press play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&lt;/iframe&gt;, &lt;/video&gt; or &lt;/audio&gt;. These tags DO need closing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No internet: videos and maps need the internet to load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Show the first YouTube video (code jNQXAC9IVRw) with width 400 and height 225.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"Where I live": an h2 and a map of your city.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There are 3 mistakes. Fix them.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"Dinosaur page": an h1, a p with a fact, and the T-Rex roar with controls.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"My media page": an h1, then 3 parts with h2: a YouTube video, a map of a place you want to visit, and the flower video. One p under each h2.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Find a YouTube video you like (ask a parent). Use Share, Embed and copy the iframe here.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A map of a place you want to visit, with an h2 above it saying why.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&lt;iframe src="https://www.youtube.com/embed/..."&gt;&lt;/iframe&gt;, src="https://www.google.com/maps?q=Paris&amp;output=embed", &lt;video src="film.mp4" controls&gt;&lt;/video&gt;, &lt;audio src="roar.mp3" controls&gt;&lt;/audio&gt;. No idea? Try: my best friend, robots, the sea and fish.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