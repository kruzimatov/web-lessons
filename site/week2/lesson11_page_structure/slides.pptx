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91672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5B6676"/>
                </a:solidFill>
              </a:rPr>
              <a:t>Lesson 11</a:t>
            </a:r>
          </a:p>
          <a:p>
            <a:pPr algn="l">
              <a:spcAft>
                <a:spcPts val="1000"/>
              </a:spcAft>
            </a:pPr>
            <a:r>
              <a:rPr sz="5400" b="1">
                <a:solidFill>
                  <a:srgbClr val="1D5FD1"/>
                </a:solidFill>
              </a:rPr>
              <a:t>Page structure: boxes with names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Today you organize your page into parts: top, menu, content and bottom.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Warm-up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91672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F2A37"/>
                </a:solidFill>
              </a:rPr>
              <a:t>1. What is on every page of your website?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     A) The same menu     B) The same picture     C) Nothing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F2A37"/>
                </a:solidFill>
              </a:rPr>
              <a:t>2. A link to your page hobbies.html: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     A) href="hobbies.html"     B) href="https://hobbies"     C) src="hobbies.html"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F2A37"/>
                </a:solidFill>
              </a:rPr>
              <a:t>3. Which tag shows a picture?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     A) &lt;img&gt;     B) &lt;iframe&gt;     C) &lt;picture-box&gt;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1: div and span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91672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&lt;div&gt; is a plain box for a group of things. &lt;span&gt; is a box for a few words inside a line.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Boxes are invisible! To see them, here is a sneak peek of CSS (next month): style="background-color: ..." paints a box.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1: div and span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5B6676"/>
                </a:solidFill>
              </a:rPr>
              <a:t>div: a box on its own lines. span: a piece of a 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11091672" cy="218186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/>
          <a:lstStyle/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&lt;div style="background-color: lightblue"&gt;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  &lt;h2&gt;My box&lt;/h2&gt;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  &lt;p&gt;Everything in here is one group.&lt;/p&gt;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&lt;/div&gt;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&lt;p&gt;My cat is &lt;span style="background-color: yellow"&gt;very fluffy&lt;/span&gt;.&lt;/p&gt;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1: div and span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34440"/>
          <a:ext cx="11091672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685800">
                <a:tc>
                  <a:txBody>
                    <a:bodyPr/>
                    <a:lstStyle/>
                    <a:p>
                      <a:r>
                        <a:rPr sz="2200"/>
                        <a:t>Tag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What it 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Starts a new line?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&lt;div&gt;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A box for a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Yes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&lt;span&gt;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A box for some words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No, stays in the line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1: div and span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551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UZ: div bu katta quti, yangi qatordan boshlanadi. span bu qator ichidagi kichik quti.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5620"/>
            <a:ext cx="11091672" cy="47980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</a:rPr>
              <a:t>Quick question: You want to color 2 words in a sentence. Which tag?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A)  &lt;div&gt;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B)  &lt;span&gt;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C)  &lt;p&gt;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2: Boxes with names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11404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Some boxes have names that say what they are. Every big website uses them.</a:t>
            </a:r>
          </a:p>
        </p:txBody>
      </p:sp>
      <p:pic>
        <p:nvPicPr>
          <p:cNvPr id="6" name="Picture 5" descr="page_layout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74899"/>
            <a:ext cx="11091672" cy="40053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309360"/>
            <a:ext cx="110916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5B6676"/>
                </a:solidFill>
              </a:rPr>
              <a:t>header on top, nav for the menu, main for the content, footer at the bottom.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2: Boxes with names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34440"/>
          <a:ext cx="1109167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685800">
                <a:tc>
                  <a:txBody>
                    <a:bodyPr/>
                    <a:lstStyle/>
                    <a:p>
                      <a:r>
                        <a:rPr sz="2200"/>
                        <a:t>Tag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Part of the page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&lt;header&gt;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The top: the name of the site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&lt;nav&gt;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The menu (navigation)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&lt;main&gt;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The main content. Only one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&lt;section&gt;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One part of the content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&lt;footer&gt;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The bottom: copyright, contact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2: Boxes with names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551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UZ: Bu teglar sahifani bo'laklarga ajratadi: tepasi, menyu, asosiy qism, pasti.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5620"/>
            <a:ext cx="11091672" cy="47980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</a:rPr>
              <a:t>Quick question: Where does the menu go?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A)  &lt;footer&gt;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B)  &lt;nav&gt;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C)  &lt;main&gt;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3: Why boxes with names?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5349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1.  You can find things in your code faster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2.  Programs that read pages aloud know where the menu is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3.  Google understands your page better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4.  Next month, CSS will paint each box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3: Why boxes with names?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5349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</a:rPr>
              <a:t>Quick question: How many &lt;main&gt; should a page have?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A)  One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B)  Two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C)  One for each section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Watch out!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91672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More than one &lt;main&gt; on a page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Putting the menu links outside &lt;nav&gt;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A &lt;div&gt; for every tiny thing. Use the named boxes when they fit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Forgetting a closing tag: &lt;/section&gt;, &lt;/main&gt;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Practice and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91672" cy="548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D5FD1"/>
                </a:solidFill>
              </a:rPr>
              <a:t>Practice in class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1.  A &lt;div&gt; painted lightgreen with an h2 and a p inside.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2.  Write a sentence and paint 2 words yellow with &lt;span&gt;.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3.  There are 3 mistakes. Fix them.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4.  Put the parts in the right boxes: header (h1), nav (2 links), main with 2 sections, footer (copyright).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5.  A full page "My school": header, nav, main with 3 sections (teachers, subjects as a list, timetable as a table), and footer. Paint the header with a color.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D5FD1"/>
                </a:solidFill>
              </a:rPr>
              <a:t>Homework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1.  In VS Code, put your index.html in boxes: header, nav, main, footer. Copy the body here.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2.  Do the same on hobbies.html. Each hobby gets its own &lt;section&gt;.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3.  Your idea! Build any page you like. Use at least 3 things from today, for example &lt;div&gt; ... &lt;/div&gt;, &lt;span&gt;words&lt;/span&gt;, &lt;header&gt;, &lt;nav&gt;. No idea? Try: cars, a magic world, my birthday party.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