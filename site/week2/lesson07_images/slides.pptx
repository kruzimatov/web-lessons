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7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Images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put pictures on your pages, change their size and make a picture you can click.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What is the home page file called?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index.html     B) home.html     C) start.html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How do you link to your own page pets.html?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href="pets.html"     B) href="https://pets"     C) src="pets.html"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You changed the code but Chrome shows the old page. Why?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You did not save and refresh     B) Chrome is broken     C) HTML is too old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img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Pictures make a page fun. The tag is &lt;img&gt;. It has no closing tag: the picture is the content.</a:t>
            </a:r>
          </a:p>
        </p:txBody>
      </p:sp>
      <p:pic>
        <p:nvPicPr>
          <p:cNvPr id="6" name="Picture 5" descr="image_fram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src is the picture, alt is the words you see if it cannot load.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img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picture from the internet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&lt;img src="https://picsum.photos/id/237/400/300" alt="A black puppy"&gt;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img tag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&lt;img&gt;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Image. No closing tag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src="..."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Source: where the picture 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alt="..."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Words that describe the picture, for people who cannot see 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img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src bu rasm manzili. alt bu rasm haqida so'z: rasm ochilmasa, shu yoziladi.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Now break it on purpose: delete one letter from the src. What do you see instead of the picture? That is the alt!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199"/>
            <a:ext cx="11091672" cy="3840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What does alt do?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Makes the picture bigger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Describes the picture in words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Adds a link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Picture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width makes a picture wider or smaller. The number is in pixels, tiny dots on the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Same picture, two sizes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109220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&lt;img src="https://picsum.photos/id/1074/400/300" alt="A lioness" width="150"&gt;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&lt;img src="https://picsum.photos/id/1074/400/300" alt="A lioness" width="300"&gt;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Picture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Use only width. The browser changes the height for you, so the picture is not squeezed.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208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one changes the size of a picture?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alt="200"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width="200"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src="200"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Your own pictures, and pictures you can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For your real website, put pictures in an images folder inside my-website. Then the src is the folder name, a /, and the file name.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picture from YOUR folder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&lt;img src="images/cat.jpg" alt="My cat Momo" width="300"&gt;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Your own pictures, and pictures you can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In VS Code, make a new folder in my-website: images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Ask a parent to help you save a photo into it, for example cat.jpg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Write &lt;img src="images/cat.jpg" alt="..."&gt;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Your own pictures, and pictures you can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Put an &lt;img&gt; inside an &lt;a&gt; and the picture becomes a link!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9610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Click the picture to go to Wikipedia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99029"/>
            <a:ext cx="11091672" cy="14554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&lt;a href="https://en.wikipedia.org/wiki/Pug" target="_blank"&gt;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  &lt;img src="https://picsum.photos/id/1025/400/300" alt="A pug in a blanket" width="250"&gt;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&lt;/a&gt;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Your own pictures, and pictures you can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Your picture dog.png is in the images folder. What is the src?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src="dog.png"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src="images/dog.png"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src="images"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&lt;/img&gt;. &lt;img&gt; has no closing tag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No alt. Every picture needs words that describe it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Wrong file name: Cat.JPG and cat.jpg are different names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Setting width AND a wrong height. The picture gets squeezed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Show the puppy picture with a good alt. Puppy: https://picsum.photos/id/237/400/300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An h2 "Wild animals" and 3 pictures (lioness 1074, leopard 219, walruses 1084), all width="200". Change only the number in the address.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Make the leopard picture a link to https://en.wikipedia.org/wiki/Leopard, opening in a new tab.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"Animal cards": for 3 animals, an h2 with the name, a picture (width="200") and a p with one fact. Make each picture a link to its Wikipedia page.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Put an images folder in my-website with one photo (ask a parent). Show it on index.html with alt and width. Copy the img line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On pets.html (or your third page), add 2 pictures from picsum.photos with good alt words.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&lt;img src="dog.jpg" alt="A dog"&gt;, alt="A dog", width="200", src="images/cat.jpg". No idea? Try: a superhero I made up, my football team, space and planets.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