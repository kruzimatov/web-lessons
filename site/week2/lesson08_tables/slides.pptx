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5B6676"/>
                </a:solidFill>
              </a:rPr>
              <a:t>Lesson 8</a:t>
            </a:r>
          </a:p>
          <a:p>
            <a:pPr algn="l">
              <a:spcAft>
                <a:spcPts val="1000"/>
              </a:spcAft>
            </a:pPr>
            <a:r>
              <a:rPr sz="5400" b="1">
                <a:solidFill>
                  <a:srgbClr val="1D5FD1"/>
                </a:solidFill>
              </a:rPr>
              <a:t>Tables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Today you make tables: a timetable, a scoreboard and more.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1. Which tag shows a picture?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&lt;pic&gt;     B) &lt;img&gt;     C) &lt;src&gt;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2. What does alt do?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Describes the picture in words     B) Makes it bigger     C) Makes it a link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3. Does &lt;img&gt; have a closing tag?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Yes, &lt;/img&gt;     B) No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Rows and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 table shows information in rows and columns, like a school timetable.</a:t>
            </a:r>
          </a:p>
        </p:txBody>
      </p:sp>
      <p:pic>
        <p:nvPicPr>
          <p:cNvPr id="6" name="Picture 5" descr="table_gri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4899"/>
            <a:ext cx="11091672" cy="4005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B6676"/>
                </a:solidFill>
              </a:rPr>
              <a:t>A table is built row by row, cell by cell.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Rows and cells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Means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&lt;table&gt;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The whole table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&lt;tr&gt;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Table row: one line across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&lt;td&gt;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Table data: one cell (box)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Rows and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tr bu qator. td bu bitta katak. Avval qator, keyin uning kataklari.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562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2 rows, 3 cells in each row. border="1" shows the 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8540"/>
            <a:ext cx="11091672" cy="393192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E9EDF2"/>
                </a:solidFill>
                <a:latin typeface="Menlo"/>
              </a:rPr>
              <a:t>&lt;table border="1"&gt;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E9EDF2"/>
                </a:solidFill>
                <a:latin typeface="Menlo"/>
              </a:rPr>
              <a:t>  &lt;tr&gt;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E9EDF2"/>
                </a:solidFill>
                <a:latin typeface="Menlo"/>
              </a:rPr>
              <a:t>    &lt;td&gt;Monday&lt;/td&gt;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E9EDF2"/>
                </a:solidFill>
                <a:latin typeface="Menlo"/>
              </a:rPr>
              <a:t>    &lt;td&gt;School&lt;/td&gt;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E9EDF2"/>
                </a:solidFill>
                <a:latin typeface="Menlo"/>
              </a:rPr>
              <a:t>    &lt;td&gt;Football&lt;/td&gt;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E9EDF2"/>
                </a:solidFill>
                <a:latin typeface="Menlo"/>
              </a:rPr>
              <a:t>  &lt;/tr&gt;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E9EDF2"/>
                </a:solidFill>
                <a:latin typeface="Menlo"/>
              </a:rPr>
              <a:t>  &lt;tr&gt;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E9EDF2"/>
                </a:solidFill>
                <a:latin typeface="Menlo"/>
              </a:rPr>
              <a:t>    &lt;td&gt;Tuesday&lt;/td&gt;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E9EDF2"/>
                </a:solidFill>
                <a:latin typeface="Menlo"/>
              </a:rPr>
              <a:t>    &lt;td&gt;School&lt;/td&gt;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E9EDF2"/>
                </a:solidFill>
                <a:latin typeface="Menlo"/>
              </a:rPr>
              <a:t>    &lt;td&gt;Chess&lt;/td&gt;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E9EDF2"/>
                </a:solidFill>
                <a:latin typeface="Menlo"/>
              </a:rPr>
              <a:t>  &lt;/tr&gt;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E9EDF2"/>
                </a:solidFill>
                <a:latin typeface="Menlo"/>
              </a:rPr>
              <a:t>&lt;/table&gt;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Rows and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tag makes a new row?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&lt;td&gt;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&lt;tr&gt;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&lt;table&gt;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Header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The first row usually has the titles of the columns. Use &lt;th&gt; instead of &lt;td&gt;: it is bold and centered.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Header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&lt;thead&gt; holds the title row, &lt;tbody&gt; holds the rest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452628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&lt;table border="1"&gt;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&lt;thead&gt;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  &lt;tr&gt;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    &lt;th&gt;Day&lt;/th&gt;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    &lt;th&gt;Morning&lt;/th&gt;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    &lt;th&gt;Evening&lt;/th&gt;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  &lt;/tr&gt;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&lt;/thead&gt;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&lt;tbody&gt;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  &lt;tr&gt;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    &lt;td&gt;Monday&lt;/td&gt;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    &lt;td&gt;School&lt;/td&gt;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    &lt;td&gt;Football&lt;/td&gt;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  &lt;/tr&gt;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  &lt;tr&gt;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    &lt;td&gt;Tuesday&lt;/td&gt;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    &lt;td&gt;School&lt;/td&gt;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    &lt;td&gt;Chess&lt;/td&gt;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  &lt;/tr&gt;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  &lt;/tbody&gt;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E9EDF2"/>
                </a:solidFill>
                <a:latin typeface="Menlo"/>
              </a:rPr>
              <a:t>&lt;/table&gt;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Header cells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Means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&lt;th&gt;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Table header: a title cell, bold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&lt;thead&gt;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The top part, with the title row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&lt;tbody&gt;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The body, with all other rows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Header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tag makes a bold title cell?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&lt;th&gt;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&lt;td&gt;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&lt;title&gt;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Big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 cell can be wider than one column: colspan="2". Or taller than one row: rowspan="2".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4899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colspan="2": one cell, 2 columns wide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77819"/>
            <a:ext cx="11091672" cy="345313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&lt;table border="1"&gt;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  &lt;tr&gt;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    &lt;th&gt;Day&lt;/th&gt;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    &lt;th&gt;Morning&lt;/th&gt;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    &lt;th&gt;Evening&lt;/th&gt;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  &lt;/tr&gt;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  &lt;tr&gt;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    &lt;td&gt;Saturday&lt;/td&gt;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    &lt;td colspan="2"&gt;Fun day!&lt;/td&gt;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  &lt;/tr&gt;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&lt;/table&gt;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Big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colspan katakni eniga cho'zadi, rowspan bo'yiga.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5620"/>
            <a:ext cx="11091672" cy="4798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One cell 3 columns wide. What do you write?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rowspan="3"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colspan="3"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width="3"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Watch out!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Writing &lt;td&gt; without a &lt;tr&gt; around it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Rows with different numbers of cells: the table looks broken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Forgetting border="1": the table has no lines and looks like plain text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Using &lt;td&gt; for the title row instead of &lt;th&gt;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Practice and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Practice in class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A table with 2 rows: your name and age, and a friend's name and age. Use border="1".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"My pets" table with title cells Animal, Name, Age and 3 rows.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There are 3 mistakes. Fix them.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4.  Times table: title cells "x", 1, 2, 3, then rows for 2 and 3 (2 × 1 = 2 ...).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5.  Your week timetable: Day, Morning, Evening for Monday to Friday, plus Saturday with one "Fun day!" cell using colspan="2".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Homework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"My favorite foods" table: Food, Taste (sweet or salty), Score (1 to 10). 4 rows. Put it on one of your pages.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A football score table: Team, Played, Won, with 3 teams. Use thead and tbody.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Your idea! Build any page you like. Use at least 3 things from today, for example &lt;table border="1"&gt;, &lt;tr&gt; ... &lt;/tr&gt;, &lt;td&gt;Monday&lt;/td&gt;, &lt;th&gt;Day&lt;/th&gt;. No idea? Try: my favorite food, dinosaurs, a trip I want to take.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