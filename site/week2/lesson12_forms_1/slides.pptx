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12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Forms 1: boxes to type in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forms: boxes where people type their name, email, password and age.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box holds the menu?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&lt;nav&gt;     B) &lt;footer&gt;     C) &lt;header&gt;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How many &lt;main&gt; on a page?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One     B) Two     C) Many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Which tag colors a few words inside a line?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&lt;div&gt;     B) &lt;span&gt;     C) &lt;section&gt;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form lets people send you information: sign up, write a message, answer a quiz.</a:t>
            </a:r>
          </a:p>
        </p:txBody>
      </p:sp>
      <p:pic>
        <p:nvPicPr>
          <p:cNvPr id="6" name="Picture 5" descr="form_fil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label says what to type, input is the box, button sends it.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form with one box and a 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&lt;label for="name"&gt;Your name&lt;/label&gt;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&lt;input type="text" id="name"&gt;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&lt;button&gt;Send&lt;/button&gt;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does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&lt;form&gt;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Holds the whole form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&lt;label&gt;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words next to a box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&lt;input&gt;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box to type in. No closing tag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&lt;button&gt;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button that sends the form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first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for="name" on the label and id="name" on the input join them. Click the label: the box gets ready for typing!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label ning for= qiymati input ning id= qiymati bilan bir xil bo'lsin.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199"/>
            <a:ext cx="11091672" cy="3840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is the box you type in?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&lt;label&gt;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&lt;input&gt;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&lt;form&gt;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Different kinds of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Change type and you get a different box.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Different kinds of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4 types of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44373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&lt;label for="email"&gt;Email&lt;/label&gt;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&lt;input type="email" id="email"&gt;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&lt;label for="pass"&gt;Password&lt;/label&gt;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&lt;input type="password" id="pass"&gt;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&lt;label for="age"&gt;Age&lt;/label&gt;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&lt;input type="number" id="age"&gt;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&lt;label for="bday"&gt;Birthday&lt;/label&gt;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  &lt;input type="date" id="bday"&gt;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  &lt;button&gt;Sign up&lt;/button&gt;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Different kinds of boxes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you get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Any words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An email address. It checks the @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Dots instead of letters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Only numbers, with up and down arrows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calendar to pick a day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Different kinds of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type shows dots instead of letters?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text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password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secret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Helpful extras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placeholder, required, min and 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90830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&lt;label for="user"&gt;Username&lt;/label&gt;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&lt;input type="text" id="user" placeholder="for example: ali2018" required&gt;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&lt;label for="age"&gt;Age&lt;/label&gt;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&lt;input type="number" id="age" min="5" max="15"&gt;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&lt;button&gt;Send&lt;/button&gt;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Helpful extras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does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placeholder="..."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Grey hint text inside the box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You must fill it before sending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min="5" max="15"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smallest and biggest number allowed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Helpful extras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required bo'lsa, bo'sh qoldirib yuborib bo'lmaydi.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extra makes a box "must fill"?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placeholder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required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max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&lt;/input&gt;. &lt;input&gt; has no closing tag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The label for and the input id are different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Using type="text" for a password: everyone can read it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the &lt;button&gt;: there is no way to send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A form with a label "Favorite food", a text box and a button "Send".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 login form: Email and Password boxes, each with a label, and a "Log in" button.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"How old are you?" with a number box from 1 to 100, a placeholder "Your age", and required.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"Join my club" sign-up form: name (required), email, password, birthday (date), and a "Join" button. Each box has a label and a placeholder where it fits.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A form "Order a pizza": your name, a number box "How many?" (1 to 5) and an "Order" button.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 form "My birthday party": name, email and the party date, all required.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&lt;form&gt; ... &lt;/form&gt;, &lt;label for="name"&gt;Name&lt;/label&gt;, &lt;input type="text" id="name"&gt;, type="email" / "password" / "number" / "date". No idea? Try: my dream house, my favorite cartoon, a day at the zoo.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