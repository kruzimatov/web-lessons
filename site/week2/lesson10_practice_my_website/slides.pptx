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10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Practice day: my website grows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No new tags today! Your website gets 3 pages with pictures, a table and a video.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Which tag shows a YouTube video?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&lt;iframe&gt;     B) &lt;video&gt;     C) &lt;a&gt;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What gives a video a play button?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controls     B) play     C) start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How do you link to your own page pets.html?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href="pets.html"     B) src="pets.html"     C) href="https://pets"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Plan your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Your website will have 3 pages. Every page has the same menu at the top.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4899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is on it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index.html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Your name, a picture, a short welcome, a list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Hobbies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hobbies.html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table of hobbies and a video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Pets (or any topic)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pets.html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Pictures and facts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Plan your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Har bir sahifada bir xil menyu bo'ladi: istalgan sahifadan uyga qaytish mumkin.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The menu: put it on all 3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8540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&lt;a href="index.html"&gt;Home&lt;/a&gt; | &lt;a href="hobbies.html"&gt;Hobbies&lt;/a&gt; | &lt;a href="pets.html"&gt;Pets&lt;/a&gt;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Plan your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Why is the menu on EVERY page?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So you can go to any page from any page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Because HTML needs it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To make it pretty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The home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finished home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3281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&lt;!DOCTYPE html&gt;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&lt;html lang="en"&gt;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&lt;head&gt;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&lt;meta charset="UTF-8"&gt;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&lt;title&gt;Home&lt;/title&gt;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&lt;/head&gt;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&lt;body&gt;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&lt;a href="index.html"&gt;Home&lt;/a&gt; | &lt;a href="hobbies.html"&gt;Hobbies&lt;/a&gt; | &lt;a href="pets.html"&gt;Pets&lt;/a&gt;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&lt;h1&gt;Ali's World&lt;/h1&gt;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&lt;img src="https://picsum.photos/id/237/400/300" alt="A black puppy" width="300"&gt;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&lt;p&gt;Hi! I am &lt;strong&gt;Ali&lt;/strong&gt;. Welcome to my website.&lt;/p&gt;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&lt;h2&gt;On this website&lt;/h2&gt;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&lt;ul&gt;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&lt;li&gt;My hobbies&lt;/li&gt;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&lt;li&gt;My pets&lt;/li&gt;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&lt;/ul&gt;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&lt;hr&gt;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&lt;p&gt;&lt;small&gt;&amp;copy; 2026 Ali&lt;/small&gt;&lt;/p&gt;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&lt;/body&gt;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The home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The picture does not show. What do you check first?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The src address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The &lt;title&gt;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The menu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The hobbies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table and a video on one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5262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&lt;!DOCTYPE html&gt;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&lt;html lang="en"&gt;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&lt;head&gt;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&lt;meta charset="UTF-8"&gt;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&lt;title&gt;Hobbies&lt;/title&gt;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&lt;/head&gt;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&lt;body&gt;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&lt;a href="index.html"&gt;Home&lt;/a&gt; | &lt;a href="hobbies.html"&gt;Hobbies&lt;/a&gt; | &lt;a href="pets.html"&gt;Pets&lt;/a&gt;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&lt;h1&gt;My hobbies&lt;/h1&gt;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&lt;table border="1"&gt;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  &lt;tr&gt;&lt;th&gt;Hobby&lt;/th&gt;&lt;th&gt;When&lt;/th&gt;&lt;/tr&gt;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  &lt;tr&gt;&lt;td&gt;Football&lt;/td&gt;&lt;td&gt;Saturday&lt;/td&gt;&lt;/tr&gt;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  &lt;tr&gt;&lt;td&gt;Chess&lt;/td&gt;&lt;td&gt;Every evening&lt;/td&gt;&lt;/tr&gt;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&lt;/table&gt;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&lt;h2&gt;Watch this&lt;/h2&gt;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  &lt;iframe width="400" height="225" src="https://www.youtube.com/embed/jNQXAC9IVRw" title="A video" allowfullscreen&gt;&lt;/iframe&gt;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&lt;/body&gt;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9EDF2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The hobbies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1.  Click every link in the menu, on every page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2.  Every picture has an alt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3.  Every table has border="1" and title cells &lt;th&gt;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4.  Save every file before you check in Chrome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The hobbies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 click "Pets" and see "File not found". What is wrong?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The file name and the href are different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The picture is too big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The table has no border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Different menus on different pages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A link to pet.html when the file is pets.html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to save one of the files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Pictures without alt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Write the menu for your 3 pages.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Build your home page: the menu, h1, a picture with alt and width, a welcome p, and a list. Then copy it into index.html in VS Code.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This home page has 4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Build the hobbies page: menu, h1, a table of 3 hobbies with title cells, and a YouTube video.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Build your third page: menu, h1, 2 pictures with alt, and a numbers list of 3 facts. Then check every link in Chrome.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Finish all 3 pages in VS Code. Copy your index.html 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Copy your hobbies.html 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Same menu on every page, Check every link. No idea? Try: a game I invented, my pet, my school.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