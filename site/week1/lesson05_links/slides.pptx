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5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Links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make links: click a word and go to another website.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How many &lt;h1&gt; should a page have?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One     B) Two     C) Ten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Which tag makes a line across the page?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&lt;hr&gt;     B) &lt;br&gt;     C) &lt;li&gt;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Which is the right order?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&lt;p&gt;&lt;strong&gt;Hi&lt;/p&gt;&lt;/strong&gt;     B) &lt;p&gt;&lt;strong&gt;Hi&lt;/strong&gt;&lt;/p&gt;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first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 link is a word you can click to go to another page. Links are what make the web a WEB: pages joined together.</a:t>
            </a:r>
          </a:p>
        </p:txBody>
      </p:sp>
      <p:pic>
        <p:nvPicPr>
          <p:cNvPr id="6" name="Picture 5" descr="link_doo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Click the link and a new page opens.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first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&lt;a&gt; makes a link. href says where it goes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&lt;a href="https://www.wikipedia.org"&gt;Go to Wikipedia&lt;/a&gt;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first link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Meaning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&lt;a&gt;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= anchor, a link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Where to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href="https://..."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address of the page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Link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Go to Wikipedia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words you click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first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href bu manzil: link qayerga olib boradi. Ichidagi so'z bosiladigan matn.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part says WHERE the link goes?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The link text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href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&lt;a&gt;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Open in a new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Add target="_blank" and the link opens in a new tab. Your page stays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target="_blank" = new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&lt;a href="https://www.nasa.gov" target="_blank"&gt;Space pictures&lt;/a&gt;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Open in a new tab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Without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With target="_blank"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Opens in the same 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Opens in a new tab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Your page goes 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Your page stays open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Open in a new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In our live editor, always use target="_blank". Then the link opens properly in a new tab.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208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What does target="_blank" do?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Makes the link blue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Opens a new tab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Deletes the link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A menu of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61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Many links together make a menu. Put them in a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9610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link inside each &lt;li&gt;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99029"/>
            <a:ext cx="11091672" cy="25450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&lt;h2&gt;My favorite sites&lt;/h2&gt;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&lt;ul&gt;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&lt;li&gt;&lt;a href="https://www.wikipedia.org" target="_blank"&gt;Wikipedia&lt;/a&gt;&lt;/li&gt;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&lt;li&gt;&lt;a href="https://www.nasa.gov" target="_blank"&gt;NASA&lt;/a&gt;&lt;/li&gt;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&lt;li&gt;&lt;a href="https://www.youtube.com" target="_blank"&gt;YouTube&lt;/a&gt;&lt;/li&gt;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&lt;/ul&gt;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A menu of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029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Add title="..." to show a small note when the mouse is over the link.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Link ichidagi matn aniq bo'lsin: "bu yerga bosing" emas, "Kosmos rasmlari".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64410"/>
            <a:ext cx="11091672" cy="43192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link text is better?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"Click here"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"Space pictures from NASA"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https:// at the start of a website address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the quotes: href=wikipedia.org must be href="https://www.wikipedia.org"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&lt;/a&gt;: then the whole page becomes a link!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Link text "click here". Say where the link goes instead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Make one link to Wikipedia with the text "Learn everything", opening in a new tab.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Write a sentence with a link in the middle: "I like space pictures from NASA." Only "NASA" is the link.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A menu: an h2 "My links" and a dots list of 3 links (Wikipedia, NASA, YouTube), each with a title.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"Learn about animals" page: an h1, a p, and a numbers list of 3 animals. Each animal name is a link to its Wikipedia page, for example https://en.wikipedia.org/wiki/Lion.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Make 3 links to websites you like (ask a parent which ones are OK). Each opens in a new tab.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Write 2 sentences about your hobby. Put one link inside each sentence.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&lt;a href="https://www.nasa.gov"&gt;NASA&lt;/a&gt;, target="_blank", title="Space". No idea? Try: cars, a magic world, my birthday party.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