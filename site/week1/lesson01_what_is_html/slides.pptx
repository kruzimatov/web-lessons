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What is HTML? Your first web page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learn what HTML is, write titles and text, and build a full web page.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Which websites do you know? YouTube, Google, Roblox, Wikipedia... Every one of them is made with HTML.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A37"/>
                </a:solidFill>
              </a:rPr>
              <a:t>A website is a file. The browser (Chrome) reads the file and shows it on the screen.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pic>
        <p:nvPicPr>
          <p:cNvPr id="5" name="Picture 4" descr="file_to_brows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1672" cy="4005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Your file goes into Chrome. Chrome turns it into a page.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HTML is made of tags. A tag tells the browser what something is: a title, some text, a picture.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A37"/>
                </a:solidFill>
              </a:rPr>
              <a:t>A tag is like a box: open it, put something inside, close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Tag bu quti: ochamiz, ichiga yozamiz, yopamiz.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pic>
        <p:nvPicPr>
          <p:cNvPr id="5" name="Picture 4" descr="tag_box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1672" cy="4005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Open the tag, put something inside, close the tag.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Opening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Open the box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Hello!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is inside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Closing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&lt;/h1&gt;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Close the box. It has a 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Websites and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one is a closing tag?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&lt;h1&gt;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&lt;/h1&gt;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&lt;1h&gt;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Headings h1 to h6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Headings are titles. There are 6 of them. h1 is the biggest, h6 is the smallest.</a:t>
            </a:r>
          </a:p>
        </p:txBody>
      </p:sp>
      <p:pic>
        <p:nvPicPr>
          <p:cNvPr id="6" name="Picture 5" descr="heading_stair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Like stairs: every step down is a smaller title.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Headings h1 to h6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All 6 headings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5450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&lt;h1&gt;Heading 1&lt;/h1&gt;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&lt;h2&gt;Heading 2&lt;/h2&gt;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&lt;h3&gt;Heading 3&lt;/h3&gt;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&lt;h4&gt;Heading 4&lt;/h4&gt;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&lt;h5&gt;Heading 5&lt;/h5&gt;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&lt;h6&gt;Heading 6&lt;/h6&gt;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Headings h1 to h6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Heading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Use it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Example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page title. Only ONE on a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My Website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Big parts of the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My Family, My Games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Small parts inside a big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My Cat, My Dog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h4 to 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Very small titles. Not used much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Notes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Headings h1 to h6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h1 bu kitobning nomi, h2 bu boblar, h3 bu bob ichidagi kichik qismlar.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heading is the biggest?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&lt;h6&gt;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&lt;h1&gt;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&lt;h3&gt;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Paragraphs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Headings are for titles. For normal text we use &lt;p&gt;, a paragraph. Every &lt;p&gt; starts on a new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Title, then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14554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&lt;h1&gt;My Cat&lt;/h1&gt;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&lt;p&gt;My cat is called Momo.&lt;/p&gt;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&lt;p&gt;She likes to sleep on my bed.&lt;/p&gt;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Paragraphs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is for normal text?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&lt;h1&gt;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&lt;t&gt;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&lt;p&gt;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The page skeleton and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real page needs a skeleton. It is always the same. Every HTML page in the world starts like this.</a:t>
            </a:r>
          </a:p>
        </p:txBody>
      </p:sp>
      <p:pic>
        <p:nvPicPr>
          <p:cNvPr id="6" name="Picture 5" descr="skelet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html holds everything. head is hidden info. body is what you see.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The page skeleton and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The full page skeleton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39979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&lt;html&gt;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&lt;title&gt;My Page&lt;/title&gt;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&lt;h1&gt;Hello!&lt;/h1&gt;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&lt;p&gt;This is my first page.&lt;/p&gt;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The page skeleton and comments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does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&lt;!DOCTYPE html&gt;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First line. Says: this is an HTML page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&lt;html&gt;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big box around everything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&lt;head&gt;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Hidden info about the page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&lt;title&gt;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name on the browser tab. Goes inside head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&lt;body&gt;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Everything you SEE: headings, text, pictures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The page skeleton and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head bu odamning boshi: ichida fikr bor, lekin ko'rinmaydi. body bu tana: hammasi ko'rinadi.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comment is a note for people. The browser does not show it. It starts with &lt;!-- and ends with --&gt;.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The page skeleton and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Where do headings and text go?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&lt;head&gt;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&lt;body&gt;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&lt;title&gt;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Forgot the closing tag: &lt;h1&gt;Hello must be &lt;h1&gt;Hello&lt;/h1&gt;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Wrong slash: &lt;\h1&gt; is wrong, &lt;/h1&gt; is right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Different tags: &lt;h1&gt;Hello&lt;/h2&gt; is wrong. Open and close the same tag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Text in the head. Everything you want to SEE goes in the body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Make a big title with your name, and a paragraph with your age.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Stairs: write all 6 headings, from h1 down to h6, with your own words.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Build a full page from zero: the skeleton, a title "About Me", an h1 and a 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"My Favorite Animal" page: one h1, two h2 parts ("What it eats", "Where it lives"), a p under each h2, and a comment above each part.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"My Family": an h1, then a p about 3 people in your family.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Upside-down stairs: write the headings from h6 up to h1.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&lt;h1&gt;Title&lt;/h1&gt;, &lt;p&gt;Text&lt;/p&gt;, &lt;!-- note --&gt;, &lt;!DOCTYPE html&gt;. No idea? Try: a superhero I made up, my football team, space and planets.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