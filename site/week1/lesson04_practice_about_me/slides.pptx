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91672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5B6676"/>
                </a:solidFill>
              </a:rPr>
              <a:t>Lesson 4</a:t>
            </a:r>
          </a:p>
          <a:p>
            <a:pPr algn="l">
              <a:spcAft>
                <a:spcPts val="1000"/>
              </a:spcAft>
            </a:pPr>
            <a:r>
              <a:rPr sz="5400" b="1">
                <a:solidFill>
                  <a:srgbClr val="1D5FD1"/>
                </a:solidFill>
              </a:rPr>
              <a:t>Practice day: my "About me" page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No new tags today! You build a full "About me" page with everything you know.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Warm-up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91672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F2A37"/>
                </a:solidFill>
              </a:rPr>
              <a:t>1. Which list has numbers?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5B6676"/>
                </a:solidFill>
              </a:rPr>
              <a:t>     A) &lt;ul&gt;     B) &lt;ol&gt;     C) &lt;li&gt;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F2A37"/>
                </a:solidFill>
              </a:rPr>
              <a:t>2. Every item in a list goes in...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5B6676"/>
                </a:solidFill>
              </a:rPr>
              <a:t>     A) &lt;li&gt;     B) &lt;p&gt;     C) &lt;item&gt;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F2A37"/>
                </a:solidFill>
              </a:rPr>
              <a:t>3. Where does a small list inside a list go?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5B6676"/>
                </a:solidFill>
              </a:rPr>
              <a:t>     A) After &lt;/ul&gt;     B) Inside the &lt;li&gt;     C) In the head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1: Plan your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6616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Good builders plan first. Here is what your page will have.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96109"/>
          <a:ext cx="11091672" cy="46875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669653">
                <a:tc>
                  <a:txBody>
                    <a:bodyPr/>
                    <a:lstStyle/>
                    <a:p>
                      <a:r>
                        <a:rPr sz="2200"/>
                        <a:t>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Tags you use</a:t>
                      </a:r>
                    </a:p>
                  </a:txBody>
                  <a:tcPr/>
                </a:tc>
              </a:tr>
              <a:tr h="669653">
                <a:tc>
                  <a:txBody>
                    <a:bodyPr/>
                    <a:lstStyle/>
                    <a:p>
                      <a:r>
                        <a:rPr sz="2200"/>
                        <a:t>Skeleton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&lt;!DOCTYPE html&gt;, html, head, title, body</a:t>
                      </a:r>
                    </a:p>
                  </a:txBody>
                  <a:tcPr/>
                </a:tc>
              </a:tr>
              <a:tr h="669653">
                <a:tc>
                  <a:txBody>
                    <a:bodyPr/>
                    <a:lstStyle/>
                    <a:p>
                      <a:r>
                        <a:rPr sz="2200"/>
                        <a:t>Your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&lt;h1&gt;</a:t>
                      </a:r>
                    </a:p>
                  </a:txBody>
                  <a:tcPr/>
                </a:tc>
              </a:tr>
              <a:tr h="669653">
                <a:tc>
                  <a:txBody>
                    <a:bodyPr/>
                    <a:lstStyle/>
                    <a:p>
                      <a:r>
                        <a:rPr sz="2200"/>
                        <a:t>About you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&lt;p&gt;, &lt;strong&gt;, &lt;em&gt;</a:t>
                      </a:r>
                    </a:p>
                  </a:txBody>
                  <a:tcPr/>
                </a:tc>
              </a:tr>
              <a:tr h="669653">
                <a:tc>
                  <a:txBody>
                    <a:bodyPr/>
                    <a:lstStyle/>
                    <a:p>
                      <a:r>
                        <a:rPr sz="2200"/>
                        <a:t>A 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&lt;hr&gt;</a:t>
                      </a:r>
                    </a:p>
                  </a:txBody>
                  <a:tcPr/>
                </a:tc>
              </a:tr>
              <a:tr h="669653">
                <a:tc>
                  <a:txBody>
                    <a:bodyPr/>
                    <a:lstStyle/>
                    <a:p>
                      <a:r>
                        <a:rPr sz="2200"/>
                        <a:t>Favorite things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&lt;h2&gt;, &lt;ul&gt;, &lt;li&gt;</a:t>
                      </a:r>
                    </a:p>
                  </a:txBody>
                  <a:tcPr/>
                </a:tc>
              </a:tr>
              <a:tr h="669653">
                <a:tc>
                  <a:txBody>
                    <a:bodyPr/>
                    <a:lstStyle/>
                    <a:p>
                      <a:r>
                        <a:rPr sz="2200"/>
                        <a:t>Top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&lt;h2&gt;, &lt;ol&gt;, &lt;li&gt;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1: Plan your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1508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5B6676"/>
                </a:solidFill>
              </a:rPr>
              <a:t>UZ: Avval reja, keyin qurilish. Har bir qism uchun qaysi tag kerakligini bilamiz.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The comments show where each part goes. Write your code under each comment.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199"/>
            <a:ext cx="11091672" cy="384048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</a:rPr>
              <a:t>Quick question: Your top 3 games: which list?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A)  &lt;ul&gt;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B)  &lt;ol&gt;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C)  &lt;hr&gt;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2: A finished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91672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This is how a finished page can look. Yours will have YOUR words.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2: A finished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5B6676"/>
                </a:solidFill>
              </a:rPr>
              <a:t>Ali's "About me" page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11091672" cy="432816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&lt;!DOCTYPE html&gt;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&lt;html&gt;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&lt;head&gt;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&lt;title&gt;About Me&lt;/title&gt;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&lt;/head&gt;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&lt;body&gt;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&lt;h1&gt;Hi, I am Ali!&lt;/h1&gt;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&lt;p&gt;I am &lt;strong&gt;8 years old&lt;/strong&gt;. I live in London.&lt;/p&gt;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&lt;p&gt;I &lt;em&gt;really&lt;/em&gt; love football.&lt;/p&gt;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&lt;hr&gt;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&lt;h2&gt;My favorite things&lt;/h2&gt;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&lt;ul&gt;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  &lt;li&gt;Pizza&lt;/li&gt;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  &lt;li&gt;Lego&lt;/li&gt;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  &lt;li&gt;My cat Momo&lt;/li&gt;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&lt;/ul&gt;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&lt;h2&gt;My top 3 games&lt;/h2&gt;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&lt;ol&gt;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  &lt;li&gt;Minecraft&lt;/li&gt;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  &lt;li&gt;Football&lt;/li&gt;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  &lt;li&gt;Chess&lt;/li&gt;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  &lt;/ol&gt;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&lt;/body&gt;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E9EDF2"/>
                </a:solidFill>
                <a:latin typeface="Menlo"/>
              </a:rPr>
              <a:t>&lt;/html&gt;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2: A finished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5349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</a:rPr>
              <a:t>Quick question: Which tag makes the line between the parts?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A)  &lt;br&gt;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B)  &lt;hr&gt;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C)  &lt;line&gt;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3: Check your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6616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Before you finish, check these 4 things: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96109"/>
            <a:ext cx="11091672" cy="46875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1.  Every tag that opens also closes (except &lt;br&gt; and &lt;hr&gt;)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2.  Only ONE &lt;h1&gt; on the page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3.  Everything you want to see is inside &lt;body&gt;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4.  Every list item is inside &lt;li&gt;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3: Check your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5349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</a:rPr>
              <a:t>Quick question: How many &lt;h1&gt; should a page have?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A)  One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B)  Two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C)  As many as you want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Watch out!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91672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Two &lt;h1&gt; on one page. Use &lt;h2&gt; for the parts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Forgetting &lt;/body&gt; at the end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Closing tags in the wrong order: &lt;p&gt;&lt;strong&gt;Hi&lt;/p&gt;&lt;/strong&gt;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Items in a list without &lt;li&gt;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Practice and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91672" cy="5486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D5FD1"/>
                </a:solidFill>
              </a:rPr>
              <a:t>Practice in class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1.  Start the page: the skeleton with the title "About Me" and an &lt;h1&gt; with your name.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2.  Add two paragraphs about you. Make your age strong and one word em. Then an &lt;hr&gt;.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3.  Fix the 4 mistakes in this page.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4.  Add "My favorite things" (h2 + dots list of 3) and "My top 3" (h2 + numbers list).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5.  The full "About me" page: all 4 parts, an &lt;hr&gt; between parts, and a fun fact with &lt;sub&gt; or &lt;sup&gt; at the end.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D5FD1"/>
                </a:solidFill>
              </a:rPr>
              <a:t>Homework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1.  Finish your "About me" page from today. Copy it here.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2.  Add a part "My family" with an h2 and a list of people. Each person has a small list of what they like.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3.  Your idea! Build any page you like. Use at least 3 things from today, for example Plan first, One &lt;h1&gt;. No idea? Try: a game I invented, my pet, my school.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