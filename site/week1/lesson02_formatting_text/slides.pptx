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2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Formatting text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make your text bold, italic, highlighted and tiny, start new lines, and write special symbols.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What is the first line of every HTML page?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&lt;html&gt;     B) &lt;!DOCTYPE html&gt;     C) &lt;head&gt;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Where does &lt;title&gt; go?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Inside &lt;body&gt;     B) Inside &lt;head&gt;     C) Before &lt;!DOCTYPE html&gt;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What is wrong here: &lt;h1&gt;Hello&lt;/h2&gt;?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Nothing     B) Open and close must be the same tag     C) h1 does not exist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New lines and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Surprise! The browser does not care about extra spaces or the Enter key. Many spaces become ONE space.</a:t>
            </a:r>
          </a:p>
        </p:txBody>
      </p:sp>
      <p:pic>
        <p:nvPicPr>
          <p:cNvPr id="6" name="Picture 5" descr="spaces_collaps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Many spaces and Enters are squeezed into one space. &lt;br&gt; makes a real new line.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New lines and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Browser ortiqcha probel va Enter ni ko'rmaydi. Yangi qator uchun br kerak.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&lt;br&gt; = new line. It has NO closing tag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8540"/>
            <a:ext cx="11091672" cy="181864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&lt;p&gt;Roses are red,&lt;br&gt;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Violets are blue,&lt;br&gt;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HTML is fun,&lt;br&gt;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And so are you!&lt;/p&gt;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New lines and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&lt;hr&gt; = a line across the page. Also NO closing tag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21818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&lt;h2&gt;My Games&lt;/h2&gt;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&lt;p&gt;I like Minecraft.&lt;/p&gt;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&lt;hr&gt;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&lt;h2&gt;My Food&lt;/h2&gt;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&lt;p&gt;I like pizza.&lt;/p&gt;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New lines and 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pressed Enter 5 times in your code. What does the browser show?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5 empty lines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Nothing new, just one space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An error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Bold, italic, underline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Some words are more important. We can make them bold or *italic*.</a:t>
            </a:r>
          </a:p>
        </p:txBody>
      </p:sp>
      <p:pic>
        <p:nvPicPr>
          <p:cNvPr id="6" name="Picture 5" descr="text_styl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9610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Same word, different look.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Bold, italic, underline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strong, em and 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14554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&lt;p&gt;Fire is &lt;strong&gt;hot&lt;/strong&gt;. Do not touch it!&lt;/p&gt;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&lt;p&gt;I &lt;em&gt;really&lt;/em&gt; love cats.&lt;/p&gt;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&lt;p&gt;This word is &lt;u&gt;underlined&lt;/u&gt;.&lt;/p&gt;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Bold, italic, underline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Look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Meaning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&lt;strong&gt;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bold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This is IMPORTANT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&lt;b&gt;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bold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Only looks bold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&lt;em&gt;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italic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Say it with feeling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&lt;i&gt;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italic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Only looks italic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&lt;u&gt;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underline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Use rarely: it looks like a link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Bold, italic, underline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508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strong va b ikkalasi qalin qiladi. Farqi: strong "bu muhim!" degani.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 tag can go inside another tag, like a small box in a big box. Close the inside box first.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743199"/>
          <a:ext cx="1109167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Wrong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&lt;strong&gt;&lt;em&gt;Wow&lt;/em&gt;&lt;/strong&gt;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&lt;strong&gt;&lt;em&gt;Wow&lt;/strong&gt;&lt;/em&gt;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Bold, italic, underline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Oxirgi ochilgan tag birinchi yopiladi.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says "this is IMPORTANT"?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&lt;b&gt;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&lt;strong&gt;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&lt;u&gt;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Special text</a:t>
            </a:r>
          </a:p>
        </p:txBody>
      </p:sp>
      <p:pic>
        <p:nvPicPr>
          <p:cNvPr id="5" name="Picture 4" descr="special_tex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11091672" cy="40053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sub goes down, sup goes up, mark highlights, del crosses out.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Special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sub, sup, mark, del,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21818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&lt;p&gt;Water is H&lt;sub&gt;2&lt;/sub&gt;O.&lt;/p&gt;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&lt;p&gt;3&lt;sup&gt;2&lt;/sup&gt; = 9&lt;/p&gt;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&lt;p&gt;My favorite food is &lt;mark&gt;cake&lt;/mark&gt;.&lt;/p&gt;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&lt;p&gt;Price: &lt;del&gt;10$&lt;/del&gt; 5$&lt;/p&gt;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&lt;p&gt;Big text and &lt;small&gt;small text&lt;/small&gt;.&lt;/p&gt;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Special text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Example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&lt;sub&gt;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Small and 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H₂O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&lt;sup&gt;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Small and 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x², 1st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&lt;mark&gt;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Yellow highlight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like a marker pen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&lt;del&gt;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Crossed out (deleted)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old price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&lt;small&gt;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Smaller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notes, small print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Special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tag puts the 2 in H₂O down?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&lt;sup&gt;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&lt;sub&gt;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&lt;small&gt;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Special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How do you show &lt; on the page? The browser thinks it is the start of a tag! We use a special code instead.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74899"/>
          <a:ext cx="1109167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Shows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&amp;lt;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&lt; (less than)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&amp;gt;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&gt; (greater than)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&amp;amp;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&amp; (and)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&amp;copy;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© (copyright)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Special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Every code starts with &amp; and ends with ;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145542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&lt;p&gt;5 &amp;lt; 10&lt;/p&gt;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&lt;p&gt;The h1 tag looks like this: &amp;lt;h1&amp;gt;&lt;/p&gt;</a:t>
            </a:r>
          </a:p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&lt;p&gt;&amp;copy; 2026 Ali&lt;/p&gt;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4: Special symbols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Which code shows &lt; on the page?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&amp;lt;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&amp;gt;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&amp;copy;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Writing &lt;/br&gt; or &lt;/hr&gt;. &lt;br&gt; and &lt;hr&gt; have no closing tag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Pressing Enter many times for space. Use &lt;br&gt; or a new &lt;p&gt;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Wrong order: &lt;strong&gt;&lt;em&gt;Hi&lt;/strong&gt;&lt;/em&gt;. Close the inside tag first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Making everything bold. If everything is important, nothing is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Forgetting the ; in &amp;lt;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Write a 4-line poem. Use &lt;br&gt; so every line starts on a new line.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Make the important words strong and the feeling words 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There are 3 mistakes. Fix them.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Toy shop: the car was 20$, now 15$. Cross out the old price and highlight the new one. Then write 5² = 25 with sup.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"Fun Facts" page: an h1, 4 facts, at least 5 different tags from today, an &lt;hr&gt;, and a copyright line at the bottom.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Write a short poem or song you like, with &lt;br&gt; at the end of each line.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"About me": 3 sentences. Make 2 important words strong and 1 word em. Put an &lt;hr&gt; at the end.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Line one&lt;br&gt;Line two, &lt;hr&gt;, &lt;strong&gt;hot&lt;/strong&gt;, &lt;em&gt;really&lt;/em&gt;. No idea? Try: my favorite food, dinosaurs, a trip I want to take.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