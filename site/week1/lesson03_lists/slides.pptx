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3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Lists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shopping lists, top-5 lists and lists inside lists.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makes a new line?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&lt;hr&gt;     B) &lt;br&gt;     C) &lt;p&gt;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tag says "this is IMPORTANT"?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&lt;strong&gt;     B) &lt;i&gt;     C) &lt;small&gt;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How do you write the 2 in H₂O?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&lt;sup&gt;2&lt;/sup&gt;     B) &lt;sub&gt;2&lt;/sub&gt;     C) &lt;b&gt;2&lt;/b&gt;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Two kinds of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Lists are everywhere: shopping lists, game rules, top-5 lists. HTML has two kinds.</a:t>
            </a:r>
          </a:p>
        </p:txBody>
      </p:sp>
      <p:pic>
        <p:nvPicPr>
          <p:cNvPr id="6" name="Picture 5" descr="list_buil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&lt;ul&gt; gives dots. &lt;ol&gt; gives numbers.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Two kinds of lists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Use it when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&lt;ul&gt;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Unordered list (dots)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Order does not matter: a shopping list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&lt;ol&gt;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Ordered list (numbers)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Order matters: steps, a top 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&lt;li&gt;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List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Every item, in both lists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Two kinds of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ul: tartib muhim emas. ol: tartib muhim, raqamlar bilan.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shopping list with dots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854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&lt;ul&gt;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&lt;li&gt;Apples&lt;/li&gt;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&lt;li&gt;Milk&lt;/li&gt;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&lt;li&gt;Bread&lt;/li&gt;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&lt;/ul&gt;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Two kinds of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Morning steps with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&lt;ol&gt;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&lt;li&gt;Wake up&lt;/li&gt;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&lt;li&gt;Brush teeth&lt;/li&gt;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&lt;li&gt;Go to school&lt;/li&gt;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&lt;/ol&gt;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Two kinds of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write the steps to make tea. Which list?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&lt;ul&gt;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&lt;ol&gt;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No list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Lists inside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An &lt;li&gt; can hold a whole new list. Like a box with smaller boxes inside.</a:t>
            </a:r>
          </a:p>
        </p:txBody>
      </p:sp>
      <p:pic>
        <p:nvPicPr>
          <p:cNvPr id="6" name="Picture 5" descr="nested_list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The small list goes INSIDE the &lt;li&gt;, before &lt;/li&gt;.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Lists inside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list inside a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36347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&lt;ul&gt;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&lt;li&gt;Fruits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&lt;ul&gt;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  &lt;li&gt;Apple&lt;/li&gt;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  &lt;li&gt;Banana&lt;/li&gt;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  &lt;/ul&gt;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&lt;li&gt;Drinks&lt;/li&gt;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&lt;/ul&gt;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Lists inside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Ichki ro'yxat li ichiga yoziladi, &lt;/li&gt; dan oldin.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Use spaces at the start of lines (Tab key) so you can see which list is inside which. The browser ignores them, but your eyes love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199"/>
            <a:ext cx="11091672" cy="3840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Where does the small list go?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After &lt;/ul&gt;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Inside the &lt;li&gt;, before &lt;/li&gt;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In the &lt;head&gt;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Change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&lt;ol&gt; can start from another number, or use letters instead of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start and type are attributes: extra settings inside the opening tag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32715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&lt;ol start="5"&gt;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&lt;li&gt;Five&lt;/li&gt;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&lt;li&gt;Six&lt;/li&gt;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&lt;/ol&gt;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&lt;ol type="A"&gt;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&lt;li&gt;First&lt;/li&gt;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&lt;li&gt;Second&lt;/li&gt;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&lt;/ol&gt;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Change the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does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start="5"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Start counting from 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type="A"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A, B, 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type="a"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a, b, 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type="I"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I, II, III (Roman numbers)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reversed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Count down: 3, 2,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Change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list shows A, B, C?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&lt;ol type="A"&gt;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&lt;ol start="A"&gt;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&lt;ul type="A"&gt;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Text outside &lt;li&gt;: every item needs its own &lt;li&gt;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Closing the small list in the wrong place. It must end before &lt;/li&gt;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Using &lt;ul&gt; for steps. If order matters, use &lt;ol&gt;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&lt;ol start=5&gt; with no quotes. Use start="5"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Make a list (dots) of 4 things in your school bag.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Top 5 games or cartoons, with numbers. Make number 1 strong.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Animals list: Pets (cat, dog) and Wild animals (lion, bear). Each group has its own small list.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Recipe page: an h1 with a food name, an h2 "You need" with a dots list, an h2 "Steps" with a numbers list of 4 steps.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"My day": a numbers list of 5 things you do after school.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"My family": a dots list of people. Under each person, a small list with 2 things they like.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&lt;ul&gt;&lt;li&gt;Milk&lt;/li&gt;&lt;/ul&gt;, &lt;ol&gt;&lt;li&gt;Wake up&lt;/li&gt;&lt;/ol&gt;, &lt;li&gt;Item&lt;/li&gt;, &lt;li&gt;Fruits&lt;ul&gt;...&lt;/ul&gt;&lt;/li&gt;. No idea? Try: my best friend, robots, the sea and fish.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