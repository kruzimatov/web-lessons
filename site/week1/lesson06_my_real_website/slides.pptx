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91672" cy="3200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000" b="1">
                <a:solidFill>
                  <a:srgbClr val="5B6676"/>
                </a:solidFill>
              </a:rPr>
              <a:t>Lesson 6</a:t>
            </a:r>
          </a:p>
          <a:p>
            <a:pPr algn="l">
              <a:spcAft>
                <a:spcPts val="1000"/>
              </a:spcAft>
            </a:pPr>
            <a:r>
              <a:rPr sz="5400" b="1">
                <a:solidFill>
                  <a:srgbClr val="1D5FD1"/>
                </a:solidFill>
              </a:rPr>
              <a:t>My real website: VS Code and many pages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Today you make your REAL website on your computer, with two pages that link to each other.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Warm-up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303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1. Which tag makes a link?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&lt;link&gt;     B) &lt;a&gt;     C) &lt;l&gt;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2. Which part says where a link goes?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href     B) target     C) title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F2A37"/>
                </a:solidFill>
              </a:rPr>
              <a:t>3. How do you open a link in a new tab?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     A) target="_blank"     B) href="new"     C) tab="new"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website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Until now we wrote code in the browser. Real websites are files in a folder. We use VS Code, a free program for writing code.</a:t>
            </a:r>
          </a:p>
        </p:txBody>
      </p:sp>
      <p:pic>
        <p:nvPicPr>
          <p:cNvPr id="6" name="Picture 5" descr="folder_tree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374899"/>
            <a:ext cx="11091672" cy="40053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48640" y="630936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0">
                <a:solidFill>
                  <a:srgbClr val="5B6676"/>
                </a:solidFill>
              </a:rPr>
              <a:t>Your website is a folder. Every page is one .html file.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website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1.  Ask a parent to install VS Code: code.visualstudio.com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2.  On the Desktop, make a new folder: my-website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3.  Open VS Code. Click File, then Open Folder, choose my-website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4.  Click the New File icon and name it index.html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1: Your website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0299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Sayt bu papka. Har bir sahifa alohida .html fayl.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index.html is special: it is always the home page of a website.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264410"/>
            <a:ext cx="11091672" cy="431927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What is the name of the home page file?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home.html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index.html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main.txt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The magic shortcut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In index.html, type ! and press Tab. VS Code writes the whole skeleton for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What VS Code writes for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345313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&lt;!DOCTYPE html&gt;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&lt;html lang="en"&gt;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&lt;head&gt;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  &lt;meta charset="UTF-8"&gt;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  &lt;meta name="viewport" content="width=device-width, initial-scale=1.0"&gt;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   &lt;title&gt;Document&lt;/title&gt;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&lt;/head&gt;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&lt;body&gt;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&lt;/body&gt;</a:t>
            </a:r>
          </a:p>
          <a:p>
            <a:pPr algn="l">
              <a:spcAft>
                <a:spcPts val="200"/>
              </a:spcAft>
            </a:pPr>
            <a:r>
              <a:rPr sz="1700" b="0">
                <a:solidFill>
                  <a:srgbClr val="E9EDF2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The magic shortcut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23444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45836"/>
                <a:gridCol w="5545836"/>
              </a:tblGrid>
              <a:tr h="685800">
                <a:tc>
                  <a:txBody>
                    <a:bodyPr/>
                    <a:lstStyle/>
                    <a:p>
                      <a:r>
                        <a:rPr sz="2200"/>
                        <a:t>New 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What it means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lang="en"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This page is in English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&lt;meta charset="UTF-8"&gt;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Show all letters correctly: ö, ğ, ü, emoji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2200"/>
                        <a:t>&lt;meta name="viewport" ...&gt;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2200"/>
                        <a:t>Look good on phones and iPads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The magic shortcut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349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1.  Change Document to your page title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2.  Write your &lt;h1&gt; and &lt;p&gt; in the body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3.  Save: Cmd + S (Windows: Ctrl + S)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4.  Open the my-website folder and double-click index.html. It opens in Chrome!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5.  Change something, save, then press Refresh in Chrome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2: The magic shortcut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5511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5B6676"/>
                </a:solidFill>
              </a:rPr>
              <a:t>UZ: Har safar: o'zgartirish, Save, Chrome da Refresh.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785620"/>
            <a:ext cx="11091672" cy="4798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You changed your code, but Chrome shows the old page. What did you forget?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To save and refresh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To close VS Code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Nothing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Two pages, joined by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11404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Make a second file: hobbies.html. To link to YOUR OWN page, write only the file name. No https://.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4899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A link to your own page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877819"/>
            <a:ext cx="11091672" cy="7289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200" b="0">
                <a:solidFill>
                  <a:srgbClr val="E9EDF2"/>
                </a:solidFill>
                <a:latin typeface="Menlo"/>
              </a:rPr>
              <a:t>&lt;a href="hobbies.html"&gt;My hobbies&lt;/a&gt;</a:t>
            </a: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Two pages, joined by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index.html with a menu at the top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52628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&lt;!DOCTYPE html&gt;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&lt;html lang="en"&gt;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&lt;head&gt;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  &lt;meta charset="UTF-8"&gt;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  &lt;title&gt;Home&lt;/title&gt;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&lt;/head&gt;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&lt;body&gt;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  &lt;a href="index.html"&gt;Home&lt;/a&gt; | &lt;a href="hobbies.html"&gt;Hobbies&lt;/a&gt;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  &lt;h1&gt;Ali's website&lt;/h1&gt;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  &lt;p&gt;Welcome to my website!&lt;/p&gt;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&lt;/body&gt;</a:t>
            </a:r>
          </a:p>
          <a:p>
            <a:pPr algn="l">
              <a:spcAft>
                <a:spcPts val="200"/>
              </a:spcAft>
            </a:pPr>
            <a:r>
              <a:rPr sz="2100" b="0">
                <a:solidFill>
                  <a:srgbClr val="E9EDF2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Two pages, joined by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1">
                <a:solidFill>
                  <a:srgbClr val="5B6676"/>
                </a:solidFill>
              </a:rPr>
              <a:t>hobbies.html with the same menu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737360"/>
            <a:ext cx="11091672" cy="4328160"/>
          </a:xfrm>
          <a:prstGeom prst="rect">
            <a:avLst/>
          </a:prstGeom>
          <a:solidFill>
            <a:srgbClr val="1E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228600" rIns="228600" tIns="137160"/>
          <a:lstStyle/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&lt;!DOCTYPE html&gt;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&lt;html lang="en"&gt;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&lt;head&gt;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  &lt;meta charset="UTF-8"&gt;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  &lt;title&gt;Hobbies&lt;/title&gt;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&lt;/head&gt;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&lt;body&gt;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  &lt;a href="index.html"&gt;Home&lt;/a&gt; | &lt;a href="hobbies.html"&gt;Hobbies&lt;/a&gt;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  &lt;h1&gt;My hobbies&lt;/h1&gt;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  &lt;ul&gt;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    &lt;li&gt;Football&lt;/li&gt;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    &lt;li&gt;Chess&lt;/li&gt;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  &lt;/ul&gt;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&lt;/body&gt;</a:t>
            </a:r>
          </a:p>
          <a:p>
            <a:pPr algn="l">
              <a:spcAft>
                <a:spcPts val="200"/>
              </a:spcAft>
            </a:pPr>
            <a:r>
              <a:rPr sz="1600" b="0">
                <a:solidFill>
                  <a:srgbClr val="E9EDF2"/>
                </a:solidFill>
                <a:latin typeface="Menlo"/>
              </a:rPr>
              <a:t>&lt;/html&gt;</a:t>
            </a:r>
          </a:p>
        </p:txBody>
      </p:sp>
    </p:spTree>
  </p:cSld>
  <p:clrMapOvr>
    <a:masterClrMapping/>
  </p:clrMapOvr>
  <p:transition spd="med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Part 3: Two pages, joined by links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11091672" cy="66166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Put the same menu on every page. Then you can always go back home.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896109"/>
            <a:ext cx="11091672" cy="468757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F2A37"/>
                </a:solidFill>
              </a:rPr>
              <a:t>Quick question: How do you link to your page pets.html?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A)  href="https://pets.html"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B)  href="pets.html"</a:t>
            </a:r>
          </a:p>
          <a:p>
            <a:pPr algn="l">
              <a:spcAft>
                <a:spcPts val="1000"/>
              </a:spcAft>
            </a:pPr>
            <a:r>
              <a:rPr sz="2600" b="0">
                <a:solidFill>
                  <a:srgbClr val="1F2A37"/>
                </a:solidFill>
              </a:rPr>
              <a:t>C)  href="pets"</a:t>
            </a:r>
          </a:p>
        </p:txBody>
      </p:sp>
    </p:spTree>
  </p:cSld>
  <p:clrMapOvr>
    <a:masterClrMapping/>
  </p:clrMapOvr>
  <p:transition spd="med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Watch out!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280160"/>
            <a:ext cx="11091672" cy="5120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File saved as index.txt. The name must end with .html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Forgot to save before refreshing Chrome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Spaces or capitals in file names. Use my-pets.html, not My Pets.html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1F2A37"/>
                </a:solidFill>
              </a:rPr>
              <a:t>The link name and the file name are different: hobby.html vs hobbies.html</a:t>
            </a:r>
          </a:p>
        </p:txBody>
      </p:sp>
    </p:spTree>
  </p:cSld>
  <p:clrMapOvr>
    <a:masterClrMapping/>
  </p:clrMapOvr>
  <p:transition spd="med">
    <p:fade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1D5F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177272" y="6446520"/>
            <a:ext cx="17373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5B6676"/>
                </a:solidFill>
              </a:rPr>
              <a:t>Lesson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1672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3600" b="1">
                <a:solidFill>
                  <a:srgbClr val="1D5FD1"/>
                </a:solidFill>
              </a:rPr>
              <a:t>Practice and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091672" cy="5486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Practice in class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Write the code for your index.html: skeleton, title "Home", an h1 and a p. Then copy it into VS Code, save and open it in Chrome.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Write hobbies.html: skeleton, title "Hobbies", an h1 and a list of 3 hobbies. Make it in VS Code too.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These links do not work. There are 3 mistakes. Fix them. (The files are index.html, hobbies.html, pets.html.)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4.  Add the menu (Home | Hobbies) at the top of BOTH pages in VS Code. Click the links in Chrome: can you go back and forth?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5.  Make a third page pets.html (or any topic you like). Put a 3-link menu on ALL three pages.</a:t>
            </a:r>
          </a:p>
          <a:p>
            <a:pPr algn="l">
              <a:spcAft>
                <a:spcPts val="1000"/>
              </a:spcAft>
            </a:pPr>
            <a:r>
              <a:rPr sz="2400" b="1">
                <a:solidFill>
                  <a:srgbClr val="1D5FD1"/>
                </a:solidFill>
              </a:rPr>
              <a:t>Homework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1.  Copy your index.html from VS Code here. It must have the 3-link menu.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2.  On hobbies.html, add a numbers list of your top 3 hobbies, and one link to a website about your favorite hobby. Copy it here.</a:t>
            </a:r>
          </a:p>
          <a:p>
            <a:pPr algn="l">
              <a:spcAft>
                <a:spcPts val="1000"/>
              </a:spcAft>
            </a:pPr>
            <a:r>
              <a:rPr sz="1800" b="0">
                <a:solidFill>
                  <a:srgbClr val="1F2A37"/>
                </a:solidFill>
              </a:rPr>
              <a:t>3.  Your idea! Build any page you like. Use at least 3 things from today, for example index.html, ! then Tab, &lt;a href="hobbies.html"&gt;Hobbies&lt;/a&gt;, &lt;meta charset="UTF-8"&gt;. No idea? Try: my dream house, my favorite cartoon, a day at the zoo.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