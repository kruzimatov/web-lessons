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6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My real website: VS Code and many pages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your REAL website on your computer, with two pages that link to each other.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makes a link?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&lt;link&gt;     B) &lt;a&gt;     C) &lt;l&gt;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part says where a link goes?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href     B) target     C) title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How do you open a link in a new tab?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target="_blank"     B) href="new"     C) tab="new"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website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Until now we wrote code in the browser. Real websites are files in a folder. We use VS Code, a free program for writing code.</a:t>
            </a:r>
          </a:p>
        </p:txBody>
      </p:sp>
      <p:pic>
        <p:nvPicPr>
          <p:cNvPr id="6" name="Picture 5" descr="folder_tre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Your website is a folder. Every page is one .html file.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website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Ask a parent to install VS Code: code.visualstudio.com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On the Desktop, make a new folder: my-website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Open VS Code. Click File, then Open Folder, choose my-website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Click the New File icon and name it index.html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website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029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Sayt bu papka. Har bir sahifa alohida .html fayl.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index.html is special: it is always the home page of a website.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64410"/>
            <a:ext cx="11091672" cy="4319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is the name of the home page file?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home.html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index.html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main.txt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magic shortcut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In index.html, type ! and press Tab. VS Code writes the whole skeleton for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What VS Code writes for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345313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&lt;meta charset="UTF-8"&gt;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&lt;meta name="viewport" content="width=device-width, initial-scale=1.0"&gt;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&lt;title&gt;Document&lt;/title&gt;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magic shortcut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New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means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lang="en"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This page is in English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&lt;meta charset="UTF-8"&gt;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Show all letters correctly: ö, ğ, ü, emoji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&lt;meta name="viewport" ...&gt;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Look good on phones and iPads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magic shortcut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Change Document to your page title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Write your &lt;h1&gt; and &lt;p&gt; in the body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Save: Cmd + S (Windows: Ctrl + S)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Open the my-website folder and double-click index.html. It opens in Chrome!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5.  Change something, save, then press Refresh in 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magic shortcut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Har safar: o'zgartirish, Save, Chrome da Refresh.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changed your code, but Chrome shows the old page. What did you forget?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To save and refresh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To close VS Code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Nothing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Two pages, joined by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Make a second file: hobbies.html. To link to YOUR OWN page, write only the file name. No https://.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link to your own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 href="hobbies.html"&gt;My hobbies&lt;/a&gt;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Two pages, joined by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index.html with a menu at the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5262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  &lt;meta charset="UTF-8"&gt;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  &lt;title&gt;Home&lt;/title&gt;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  &lt;a href="index.html"&gt;Home&lt;/a&gt; | &lt;a href="hobbies.html"&gt;Hobbies&lt;/a&gt;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  &lt;h1&gt;Ali's website&lt;/h1&gt;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  &lt;p&gt;Welcome to my website!&lt;/p&gt;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21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Two pages, joined by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hobbies.html with the same menu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3281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&lt;meta charset="UTF-8"&gt;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&lt;title&gt;Hobbies&lt;/title&gt;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&lt;a href="index.html"&gt;Home&lt;/a&gt; | &lt;a href="hobbies.html"&gt;Hobbies&lt;/a&gt;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&lt;h1&gt;My hobbies&lt;/h1&gt;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&lt;ul&gt;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  &lt;li&gt;Football&lt;/li&gt;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  &lt;li&gt;Chess&lt;/li&gt;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  &lt;/ul&gt;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Two pages, joined by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Put the same menu on every page. Then you can always go back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6109"/>
            <a:ext cx="11091672" cy="46875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do you link to your page pets.html?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href="https://pets.html"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href="pets.html"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href="pets"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File saved as index.txt. The name must end with .html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Forgot to save before refreshing Chrome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Spaces or capitals in file names. Use my-pets.html, not My Pets.html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The link name and the file name are different: hobby.html vs hobbies.html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the code for your index.html: skeleton, title "Home", an h1 and a p. Then copy it into VS Code, save and open it in Chrome.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Write hobbies.html: skeleton, title "Hobbies", an h1 and a list of 3 hobbies. Make it in VS Code too.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These links do not work. There are 3 mistakes. Fix them. (The files are index.html, hobbies.html, pets.html.)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Add the menu (Home | Hobbies) at the top of BOTH pages in VS Code. Click the links in Chrome: can you go back and forth?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Make a third page pets.html (or any topic you like). Put a 3-link menu on ALL three pages.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Copy your index.html from VS Code here. It must have the 3-link menu.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On hobbies.html, add a numbers list of your top 3 hobbies, and one link to a website about your favorite hobby. Copy it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index.html, ! then Tab, &lt;a href="hobbies.html"&gt;Hobbies&lt;/a&gt;, &lt;meta charset="UTF-8"&gt;. No idea? Try: my dream house, my favorite cartoon, a day at the zoo.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