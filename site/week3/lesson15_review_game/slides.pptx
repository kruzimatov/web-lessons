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9167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5B6676"/>
                </a:solidFill>
              </a:rPr>
              <a:t>Lesson 15</a:t>
            </a:r>
          </a:p>
          <a:p>
            <a:pPr algn="l">
              <a:spcAft>
                <a:spcPts val="1000"/>
              </a:spcAft>
            </a:pPr>
            <a:r>
              <a:rPr sz="5400" b="1">
                <a:solidFill>
                  <a:srgbClr val="1D5FD1"/>
                </a:solidFill>
              </a:rPr>
              <a:t>Review game and test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Today is a game! 4 rounds of questions about everything you learned. Count your green answers.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Warm-up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1. What is the first line of every page?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&lt;html&gt;     B) &lt;!DOCTYPE html&gt;     C) &lt;body&gt;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2. Which part of the page do you SEE?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&lt;head&gt;     B) &lt;body&gt;     C) &lt;title&gt;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3. How many headings are there?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6     B) 3     C) 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Round 1: Text and 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14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Answer the 4 questions, then fix the bugs. Every green answer is one point!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4899"/>
            <a:ext cx="11091672" cy="42087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Which tag says "this is IMPORTANT"?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&lt;b&gt;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&lt;strong&gt;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&lt;u&gt;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Round 1: Text and 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How do you write x²?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x&lt;sub&gt;2&lt;/sub&gt;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x&lt;sup&gt;2&lt;/sup&gt;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x&lt;small&gt;2&lt;/small&gt;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Round 1: Text and 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Steps of a recipe go in a...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&lt;ul&gt;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&lt;ol&gt;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&lt;table&gt;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Round 1: Text and 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How do you show &lt; on the page?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&amp;lt;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&amp;gt;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&lt;&lt;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Round 2: Links and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Which part of a link says where it goes?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href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src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alt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Round 2: Links and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How do you open a link in a new tab?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target="_blank"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new="tab"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href="_blank"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Round 2: Links and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Which part of an image says what is in the picture?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src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alt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width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Round 2: Links and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Your picture cat.jpg is in the images folder. The src is...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images/cat.jpg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cat.jpg/images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images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Round 3: Tables and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Which tag makes a row?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&lt;tr&gt;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&lt;td&gt;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&lt;th&gt;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Round 3: Tables and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One cell 2 columns wide: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rowspan="2"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colspan="2"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span="2"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Round 3: Tables and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Which tag shows a YouTube video?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&lt;video&gt;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&lt;iframe&gt;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&lt;youtube&gt;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Round 3: Tables and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What gives a video a play button?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controls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play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button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Round 4: Page boxes and 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Where does the menu go?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&lt;nav&gt;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&lt;footer&gt;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&lt;main&gt;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Round 4: Page boxes and 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Which tag is a box to type in?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&lt;input&gt;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&lt;label&gt;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&lt;type&gt;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Round 4: Page boxes and 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You can pick only ONE answer. Which type?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checkbox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radio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text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Round 4: Page boxes and 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A drop-down list is...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&lt;select&gt;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&lt;input type="list"&gt;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&lt;dropdown&gt;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Watch out!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Opening and closing different tags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Writing closing tags for &lt;br&gt;, &lt;hr&gt;, &lt;img&gt;, &lt;input&gt;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Forgetting quotes around values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Different names for one radio group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Practice and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1672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D5FD1"/>
                </a:solidFill>
              </a:rPr>
              <a:t>Practice in class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1.  Test 1: a full page skeleton with the title "Test", an h1 and a p with one strong word.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2.  Test 2: a numbers list of 3 planets. Each planet is a link to its Wikipedia page, opening in a new tab.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3.  Test 3: there are 5 mistakes. Fix them all.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4.  Test 4: a table with title cells Animal and Legs, and 3 animals.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5.  Test 5: a form with a name box (required), a radio question with 2 answers, a select with 3 choices, and a button.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D5FD1"/>
                </a:solidFill>
              </a:rPr>
              <a:t>Homework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1.  Write the names of 10 tags you know and what each one does, in a dots list.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2.  Make a table of 4 tags with no closing tag (br, hr, img, input) and what they do.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3.  Your idea! Build any page you like. Use at least 3 things from today, for example Void tags. No idea? Try: my best friend, robots, the sea and fish.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