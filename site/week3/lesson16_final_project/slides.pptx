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91672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5B6676"/>
                </a:solidFill>
              </a:rPr>
              <a:t>Lesson 16</a:t>
            </a:r>
          </a:p>
          <a:p>
            <a:pPr algn="l">
              <a:spcAft>
                <a:spcPts val="1000"/>
              </a:spcAft>
            </a:pPr>
            <a:r>
              <a:rPr sz="5400" b="1">
                <a:solidFill>
                  <a:srgbClr val="1D5FD1"/>
                </a:solidFill>
              </a:rPr>
              <a:t>Final project: my website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Today you finish your website and show it to your family. You are a web builder now!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Warm-up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1672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F2A37"/>
                </a:solidFill>
              </a:rPr>
              <a:t>1. Which tag holds the main content?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     A) &lt;main&gt;     B) &lt;header&gt;     C) &lt;nav&gt;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F2A37"/>
                </a:solidFill>
              </a:rPr>
              <a:t>2. Every picture needs...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     A) alt     B) border     C) colspan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F2A37"/>
                </a:solidFill>
              </a:rPr>
              <a:t>3. Every page of your site has the same...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     A) menu     B) picture     C) table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The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6616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 finished website has all of these. Tick them one by one.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96109"/>
          <a:ext cx="1109167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685800">
                <a:tc>
                  <a:txBody>
                    <a:bodyPr/>
                    <a:lstStyle/>
                    <a:p>
                      <a:r>
                        <a:rPr sz="2200"/>
                        <a:t>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Must have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Every 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Skeleton, a good &lt;title&gt;, header, nav (menu), main, footer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Home index.html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Your name, a picture, a welcome, a list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Hobbies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A table and a video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Pets or your 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Pictures with alt, facts, links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Write to me contact.html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A form with every kind of box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The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1672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UZ: Har bir sahifada: skelet, title, menyu, header, main, footer.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The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5B6676"/>
                </a:solidFill>
              </a:rPr>
              <a:t>A finished home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11091672" cy="484632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&lt;!DOCTYPE html&gt;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&lt;html lang="en"&gt;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&lt;head&gt;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&lt;meta charset="UTF-8"&gt;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&lt;title&gt;Ali's World&lt;/title&gt;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&lt;/head&gt;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&lt;body&gt;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&lt;header&gt;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&lt;h1&gt;Ali's World&lt;/h1&gt;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&lt;/header&gt;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&lt;nav&gt;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&lt;a href="index.html"&gt;Home&lt;/a&gt; | &lt;a href="hobbies.html"&gt;Hobbies&lt;/a&gt; | &lt;a href="pets.html"&gt;Pets&lt;/a&gt; | &lt;a href="contact.html"&gt;Write to me&lt;/a&gt;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&lt;/nav&gt;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&lt;main&gt;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&lt;section&gt;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  &lt;h2&gt;About me&lt;/h2&gt;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  &lt;img src="https://picsum.photos/id/237/400/300" alt="A black puppy" width="250"&gt;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  &lt;p&gt;Hi! I am &lt;strong&gt;Ali&lt;/strong&gt;, I am 8 and I make websites.&lt;/p&gt;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&lt;/section&gt;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&lt;section&gt;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  &lt;h2&gt;My top 3&lt;/h2&gt;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  &lt;ol&gt;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    &lt;li&gt;Football&lt;/li&gt;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    &lt;li&gt;Minecraft&lt;/li&gt;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    &lt;li&gt;Pizza&lt;/li&gt;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  &lt;/ol&gt;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&lt;/section&gt;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&lt;/main&gt;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&lt;footer&gt;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&lt;p&gt;&lt;small&gt;&amp;copy; 2026 Ali&lt;/small&gt;&lt;/p&gt;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&lt;/footer&gt;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&lt;/body&gt;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&lt;/html&gt;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The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Which file is your home page?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index.html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home.html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first.html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2: Check everything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1.  Click every menu link on every page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2.  Every picture shows, and has an alt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3.  Every video and map plays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4.  Fill in your form and press Send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5.  Read every page: no spelling mistakes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2: Check everything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You click a menu link and see "File not found". What do you check?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The href and the file name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The picture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The footer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3: Show time, and what comes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1672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Open your website in Chrome and show it to your family. Tell them which tags you used!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Next month: CSS. It paints your website: colors, fonts, boxes, layouts. Here is a sneak peek.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UZ: Keyingi oy CSS: saytingizni ranglar, shriftlar va bloklar bilan chiroyli qilamiz.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3: Show time, and what comes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What will CSS do to your website?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Paint it: colors, fonts, layout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Delete it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Make it a video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Watch out!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1672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One page without the menu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Pictures that do not show because the file name is wrong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A &lt;title&gt; still saying "Document"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Not saving before you check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Practice and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91672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D5FD1"/>
                </a:solidFill>
              </a:rPr>
              <a:t>Practice in class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1.  Write your final index.html with header, nav (4 links), main with 2 sections, and footer.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2.  Check your hobbies page: menu, a table with title cells, a video. Copy it here and fix anything missing.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3.  Fix the 5 mistakes in this home page.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4.  Check your contact page: every input has a label with the right for, radio buttons share a name, and the form has a button.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5.  Show your site! Open every page in Chrome while your teacher watches on the shared screen. Then write here which page you like most and why.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D5FD1"/>
                </a:solidFill>
              </a:rPr>
              <a:t>Homework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1.  Show your website to your family. Copy your final index.html here.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2.  Write 3 things you learned in HTML, in a numbers list.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3.  Your idea! Build any page you like. Use at least 3 things from today, for example Checklist. No idea? Try: a game I invented, my pet, my school.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