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13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Forms 2: ticks, choices and messages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add tick boxes, "pick one" buttons, drop-down lists and big message boxes to forms.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tag is a box to type in?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&lt;input&gt;     B) &lt;label&gt;     C) &lt;box&gt;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Which type shows dots?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type="password"     B) type="dots"     C) type="text"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What does required do?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You must fill the box before sending     B) Makes the box red     C) Deletes the box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Tick boxes and "pick one" buttons</a:t>
            </a:r>
          </a:p>
        </p:txBody>
      </p:sp>
      <p:pic>
        <p:nvPicPr>
          <p:cNvPr id="5" name="Picture 4" descr="choic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1672" cy="4005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checkbox: tick many. radio: only one. select: pick from a list.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Tick boxes and "pick one" buttons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checkbox and radio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44373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&lt;form&gt;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&lt;p&gt;What do you like?&lt;/p&gt;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&lt;input type="checkbox" id="foot"&gt;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&lt;label for="foot"&gt;Football&lt;/label&gt;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&lt;input type="checkbox" id="chess"&gt;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&lt;label for="chess"&gt;Chess&lt;/label&gt;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&lt;p&gt;Pizza size:&lt;/p&gt;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&lt;input type="radio" name="size" id="small"&gt;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&lt;label for="small"&gt;Small&lt;/label&gt;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&lt;input type="radio" name="size" id="big"&gt;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  &lt;label for="big"&gt;Big&lt;/label&gt;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9EDF2"/>
                </a:solidFill>
                <a:latin typeface="Menlo"/>
              </a:rPr>
              <a:t>&lt;/form&gt;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Tick boxes and "pick one" buttons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You can choose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Example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checkbox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Many, or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do you like?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Only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Small or big pizza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Tick boxes and "pick one" buttons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508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Radio buttons in one group need the same name. That is how the browser knows only one can be picked.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radio guruhida name bir xil bo'lsa, faqat bittasini tanlash mumkin.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199"/>
            <a:ext cx="11091672" cy="3840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 can pick only ONE answer. Which type?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checkbox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radio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text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Drop-down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61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&lt;select&gt; makes a drop-down list. Every choice is an &lt;option&gt;.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9610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drop-down with 3 choices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99029"/>
            <a:ext cx="11091672" cy="32715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&lt;form&gt;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&lt;label for="pet"&gt;Favorite pet&lt;/label&gt;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&lt;select id="pet"&gt;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  &lt;option&gt;Dog&lt;/option&gt;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  &lt;option&gt;Cat&lt;/option&gt;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  &lt;option&gt;Fish&lt;/option&gt;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&lt;/select&gt;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&lt;/form&gt;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Drop-down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Every choice in a select is a...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&lt;li&gt;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&lt;option&gt;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&lt;choice&gt;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Big message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&lt;input&gt; is for one line. For a long message use &lt;textarea&gt;. It DOES have a closing tag.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rows="4": 4 lines tall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21818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&lt;form&gt;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&lt;label for="msg"&gt;Your message&lt;/label&gt;&lt;br&gt;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&lt;textarea id="msg" rows="4" placeholder="Write here..."&gt;&lt;/textarea&gt;&lt;br&gt;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&lt;button&gt;Send&lt;/button&gt;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&lt;/form&gt;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Big message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For a long message you use...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&lt;input type="text"&gt;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&lt;textarea&gt;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&lt;p&gt;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Radio buttons with different name: then you can pick all of them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Writing &lt;input type="select"&gt;. A drop-down is &lt;select&gt; with &lt;option&gt;s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&lt;/textarea&gt;: the rest of the page goes into the box!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Labels without for: clicking the words does nothing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3 checkboxes with labels: "I like cats", "I like dogs", "I like fish".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"Cats or dogs?" with 2 radio buttons. Only one can be picked.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A drop-down "Favorite color" with 5 colors. Blue is chosen at the start.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A "Pizza order" form: name, size (radio: small, medium, big), toppings (checkboxes: cheese, mushrooms, olives), drink (select), a message box, and an "Order" button.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A quiz form: "What is 2 + 2?" with 3 radio answers (3, 4, 5) and a Check button.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"My holiday": a drop-down of 4 countries, checkboxes for what to pack (3 things), and a textarea "Why?".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&lt;input type="checkbox"&gt;, &lt;input type="radio" name="size"&gt;, &lt;select&gt;&lt;option&gt;Cat&lt;/option&gt;&lt;/select&gt;, &lt;option selected&gt;. No idea? Try: a superhero I made up, my football team, space and planets.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