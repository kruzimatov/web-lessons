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14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Practice day: my "Write to me" page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No new tags today! You build a contact page with every kind of form box.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Pick only ONE answer. Which type?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radio     B) checkbox     C) select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Radio buttons in one group need the same...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id     B) name     C) label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A long message box is...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&lt;textarea&gt;     B) &lt;input&gt;     C) &lt;message&gt;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the page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Tags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&lt;header&gt; with &lt;h1&gt;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Menu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&lt;nav&gt; with 3 links, the new one is contact.html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&lt;main&gt; with a p and the form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text, email, radio, select, checkbox, textarea, button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Bottom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&lt;footer&gt; with copyright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the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Yangi sahifa: contact.html. Menyuga ham qo'shamiz.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The new page file is contact.html. What is the link?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href="contact.html"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href="https://contact"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src="contact.html"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form with every kind of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8463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&lt;label for="name"&gt;Your name&lt;/label&gt;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&lt;input type="text" id="name" required&gt;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&lt;label for="email"&gt;Your email&lt;/label&gt;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&lt;input type="email" id="email" placeholder="you@example.com"&gt;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&lt;p&gt;How did you find my site?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&lt;input type="radio" name="found" id="friend"&gt; &lt;label for="friend"&gt;A friend&lt;/label&gt;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&lt;input type="radio" name="found" id="google"&gt; &lt;label for="google"&gt;Google&lt;/label&gt;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&lt;label for="fav"&gt;Best page&lt;/label&gt;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&lt;select id="fav"&gt;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&lt;option&gt;Home&lt;/option&gt;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&lt;option&gt;Hobbies&lt;/option&gt;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&lt;/select&gt;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&lt;input type="checkbox" id="news"&gt; &lt;label for="news"&gt;Tell me about new pages&lt;/label&gt;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&lt;label for="msg"&gt;Message&lt;/label&gt;&lt;br&gt;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&lt;textarea id="msg" rows="4"&gt;&lt;/textarea&gt;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&lt;button&gt;Send&lt;/button&gt;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The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box lets you tick "Tell me about new pages"?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checkbox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radio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textarea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The full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contact.html, body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8463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&lt;header&gt;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&lt;h1&gt;Write to me&lt;/h1&gt;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&lt;/header&gt;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&lt;nav&gt;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&lt;a href="index.html"&gt;Home&lt;/a&gt; | &lt;a href="hobbies.html"&gt;Hobbies&lt;/a&gt; | &lt;a href="contact.html"&gt;Write to me&lt;/a&gt;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&lt;/nav&gt;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&lt;main&gt;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&lt;p&gt;Do you like my website? Tell me!&lt;/p&gt;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&lt;form&gt;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&lt;label for="name"&gt;Your name&lt;/label&gt;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&lt;input type="text" id="name" required&gt;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&lt;label for="email"&gt;Your email&lt;/label&gt;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&lt;input type="email" id="email" placeholder="you@example.com"&gt;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&lt;p&gt;How did you find my site?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&lt;input type="radio" name="found" id="friend"&gt; &lt;label for="friend"&gt;A friend&lt;/label&gt;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&lt;input type="radio" name="found" id="google"&gt; &lt;label for="google"&gt;Google&lt;/label&gt;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&lt;label for="fav"&gt;Best page&lt;/label&gt;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&lt;select id="fav"&gt;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  &lt;option&gt;Home&lt;/option&gt;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  &lt;option&gt;Hobbies&lt;/option&gt;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&lt;/select&gt;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&lt;input type="checkbox" id="news"&gt; &lt;label for="news"&gt;Tell me about new pages&lt;/label&gt;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&lt;label for="msg"&gt;Message&lt;/label&gt;&lt;br&gt;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&lt;textarea id="msg" rows="4"&gt;&lt;/textarea&gt;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&lt;button&gt;Send&lt;/button&gt;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&lt;/form&gt;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&lt;/main&gt;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&lt;footer&gt;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&lt;p&gt;&lt;small&gt;&amp;copy; 2026 Ali&lt;/small&gt;&lt;/p&gt;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&lt;/footer&gt;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The full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Where does the form go?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In &lt;main&gt;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In &lt;footer&gt;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In &lt;head&gt;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to add the new page to the menu on ALL pages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Radio buttons with different names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&lt;/textarea&gt;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A label for that does not match the input id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the menu with 3 links: Home, Hobbies, Write to me (contact.html).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 form with your name (required) and email, each with a label, and a Send button.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This page has 4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Add to your form: a radio question with 2 answers, a select with 3 choices, and a checkbox.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The full contact.html: header, nav, main with the form (every kind of box), footer. Make it in VS Code and add the link to the menu on all your pages.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Copy your contact.html from VS Code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Add a question to your form: "How many stars for my site?" with a number box from 1 to 5.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contact.html, Labels match ids. No idea? Try: my favorite food, dinosaurs, a trip I want to take.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